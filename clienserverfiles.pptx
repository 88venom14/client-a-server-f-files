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Bebas Neue"/>
      <p:regular r:id="rId15"/>
    </p:embeddedFont>
    <p:embeddedFont>
      <p:font typeface="Rubik Black"/>
      <p:bold r:id="rId16"/>
      <p:boldItalic r:id="rId17"/>
    </p:embeddedFont>
    <p:embeddedFont>
      <p:font typeface="Karl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FBCF9F-2B0B-4D4E-AC7C-5FA296EBBDEE}">
  <a:tblStyle styleId="{B2FBCF9F-2B0B-4D4E-AC7C-5FA296EBBD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italic.fntdata"/><Relationship Id="rId21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BebasNeue-regular.fntdata"/><Relationship Id="rId14" Type="http://schemas.openxmlformats.org/officeDocument/2006/relationships/slide" Target="slides/slide9.xml"/><Relationship Id="rId17" Type="http://schemas.openxmlformats.org/officeDocument/2006/relationships/font" Target="fonts/RubikBlack-boldItalic.fntdata"/><Relationship Id="rId16" Type="http://schemas.openxmlformats.org/officeDocument/2006/relationships/font" Target="fonts/RubikBlack-bold.fntdata"/><Relationship Id="rId19" Type="http://schemas.openxmlformats.org/officeDocument/2006/relationships/font" Target="fonts/Karla-bold.fntdata"/><Relationship Id="rId18" Type="http://schemas.openxmlformats.org/officeDocument/2006/relationships/font" Target="fonts/Karl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4d2792e9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4d2792e9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fb8bc67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fb8bc67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25d80b41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25d80b41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945ee28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945ee28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25d80b4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25d80b4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8679fae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8679fae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25d80b41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25d80b41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4e1613f9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4e1613f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" name="Google Shape;61;p4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66" name="Google Shape;6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68" name="Google Shape;6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69" name="Google Shape;6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0" name="Google Shape;7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" name="Google Shape;7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2" name="Google Shape;7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4" name="Google Shape;7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" name="Google Shape;94;p6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7" name="Google Shape;117;p7"/>
          <p:cNvSpPr txBox="1"/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4" name="Google Shape;164;p9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9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0" name="Google Shape;180;p11"/>
          <p:cNvSpPr txBox="1"/>
          <p:nvPr>
            <p:ph hasCustomPrompt="1" type="title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/>
          <p:nvPr>
            <p:ph idx="1" type="subTitle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" name="Google Shape;196;p13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3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hasCustomPrompt="1" idx="8" type="title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hasCustomPrompt="1" idx="13" type="title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31" name="Google Shape;231;p14"/>
          <p:cNvSpPr txBox="1"/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14"/>
          <p:cNvSpPr txBox="1"/>
          <p:nvPr>
            <p:ph idx="1" type="subTitle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46" name="Google Shape;246;p15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50" name="Google Shape;250;p16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16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3" name="Google Shape;253;p16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56" name="Google Shape;256;p16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7" name="Google Shape;257;p16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6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59" name="Google Shape;259;p16"/>
          <p:cNvSpPr txBox="1"/>
          <p:nvPr>
            <p:ph idx="1" type="subTitle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0" name="Google Shape;260;p16"/>
          <p:cNvSpPr txBox="1"/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AND_TWO_COLUMNS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74" name="Google Shape;274;p17"/>
          <p:cNvSpPr txBox="1"/>
          <p:nvPr>
            <p:ph idx="1" type="subTitle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7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9144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17"/>
          <p:cNvSpPr/>
          <p:nvPr>
            <p:ph idx="2" type="pic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0" name="Google Shape;290;p18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18"/>
          <p:cNvSpPr txBox="1"/>
          <p:nvPr>
            <p:ph idx="1" type="subTitle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2" type="subTitle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8"/>
          <p:cNvSpPr txBox="1"/>
          <p:nvPr>
            <p:ph idx="3" type="subTitle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8"/>
          <p:cNvSpPr txBox="1"/>
          <p:nvPr>
            <p:ph idx="4" type="subTitle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5" type="subTitle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6" type="subTitle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0" name="Google Shape;310;p19"/>
          <p:cNvSpPr txBox="1"/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idx="1" type="subTitle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19"/>
          <p:cNvSpPr txBox="1"/>
          <p:nvPr>
            <p:ph idx="2" type="subTitle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19"/>
          <p:cNvSpPr txBox="1"/>
          <p:nvPr>
            <p:ph idx="3" type="subTitle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19"/>
          <p:cNvSpPr txBox="1"/>
          <p:nvPr>
            <p:ph idx="4" type="subTitle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5" type="subTitle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idx="6" type="subTitle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30" name="Google Shape;330;p20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1" name="Google Shape;331;p20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2" type="subTitle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0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0"/>
          <p:cNvSpPr txBox="1"/>
          <p:nvPr>
            <p:ph idx="5" type="subTitle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0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7" name="Google Shape;337;p20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20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2" name="Google Shape;352;p21"/>
          <p:cNvSpPr txBox="1"/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21"/>
          <p:cNvSpPr txBox="1"/>
          <p:nvPr>
            <p:ph idx="1" type="subTitle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2" type="subTitle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1"/>
          <p:cNvSpPr txBox="1"/>
          <p:nvPr>
            <p:ph idx="3" type="subTitle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4" type="subTitle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1"/>
          <p:cNvSpPr txBox="1"/>
          <p:nvPr>
            <p:ph idx="5" type="subTitle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6" type="subTitle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7" type="subTitle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21"/>
          <p:cNvSpPr txBox="1"/>
          <p:nvPr>
            <p:ph idx="8" type="subTitle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21"/>
          <p:cNvSpPr txBox="1"/>
          <p:nvPr>
            <p:ph idx="9" type="subTitle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2" name="Google Shape;362;p21"/>
          <p:cNvSpPr txBox="1"/>
          <p:nvPr>
            <p:ph idx="13" type="subTitle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3" name="Google Shape;363;p21"/>
          <p:cNvSpPr txBox="1"/>
          <p:nvPr>
            <p:ph idx="14" type="subTitle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4" name="Google Shape;364;p21"/>
          <p:cNvSpPr txBox="1"/>
          <p:nvPr>
            <p:ph idx="15" type="subTitle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78" name="Google Shape;378;p22"/>
          <p:cNvSpPr txBox="1"/>
          <p:nvPr>
            <p:ph hasCustomPrompt="1" type="title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/>
          <p:nvPr>
            <p:ph idx="1" type="subTitle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2"/>
          <p:cNvSpPr txBox="1"/>
          <p:nvPr>
            <p:ph hasCustomPrompt="1" idx="2" type="title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/>
          <p:nvPr>
            <p:ph idx="3" type="subTitle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2"/>
          <p:cNvSpPr txBox="1"/>
          <p:nvPr>
            <p:ph hasCustomPrompt="1" idx="4" type="title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/>
          <p:nvPr>
            <p:ph idx="5" type="subTitle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23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ctrTitle"/>
          </p:nvPr>
        </p:nvSpPr>
        <p:spPr>
          <a:xfrm>
            <a:off x="1788050" y="1174900"/>
            <a:ext cx="55680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Клиент и сервер для файлов</a:t>
            </a:r>
            <a:endParaRPr sz="4100"/>
          </a:p>
        </p:txBody>
      </p:sp>
      <p:sp>
        <p:nvSpPr>
          <p:cNvPr id="407" name="Google Shape;407;p26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Чернаков Артём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26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0" name="Google Shape;410;p26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26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2" name="Google Shape;412;p26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3" name="Google Shape;413;p26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14" name="Google Shape;414;p26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15" name="Google Shape;415;p26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rect b="b" l="l" r="r" t="t"/>
                <a:pathLst>
                  <a:path extrusionOk="0" h="8733" w="8732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rect b="b" l="l" r="r" t="t"/>
                <a:pathLst>
                  <a:path extrusionOk="0" h="9886" w="19556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rect b="b" l="l" r="r" t="t"/>
                <a:pathLst>
                  <a:path extrusionOk="0" h="5928" w="4318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rect b="b" l="l" r="r" t="t"/>
                <a:pathLst>
                  <a:path extrusionOk="0" h="5854" w="344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rect b="b" l="l" r="r" t="t"/>
                <a:pathLst>
                  <a:path extrusionOk="0" h="3028" w="2977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0" name="Google Shape;420;p26"/>
          <p:cNvSpPr/>
          <p:nvPr/>
        </p:nvSpPr>
        <p:spPr>
          <a:xfrm>
            <a:off x="1099325" y="425927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26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2" name="Google Shape;422;p26"/>
            <p:cNvSpPr/>
            <p:nvPr/>
          </p:nvSpPr>
          <p:spPr>
            <a:xfrm>
              <a:off x="6993487" y="3563457"/>
              <a:ext cx="457207" cy="59636"/>
            </a:xfrm>
            <a:custGeom>
              <a:rect b="b" l="l" r="r" t="t"/>
              <a:pathLst>
                <a:path extrusionOk="0" h="952" w="8294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6761147" y="3414805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25" name="Google Shape;425;p26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7" name="Google Shape;427;p26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28" name="Google Shape;428;p26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fmla="val 0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9" name="Google Shape;429;p26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0" name="Google Shape;430;p26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rect b="b" l="l" r="r" t="t"/>
                  <a:pathLst>
                    <a:path extrusionOk="0" h="9055" w="9781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rect b="b" l="l" r="r" t="t"/>
                  <a:pathLst>
                    <a:path extrusionOk="0" h="4074" w="3513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2" name="Google Shape;432;p26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3" name="Google Shape;433;p26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rect b="b" l="l" r="r" t="t"/>
                <a:pathLst>
                  <a:path extrusionOk="0" h="2074" w="23391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rect b="b" l="l" r="r" t="t"/>
                <a:pathLst>
                  <a:path extrusionOk="0" h="2074" w="11977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35" name="Google Shape;435;p26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6" name="Google Shape;436;p26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37" name="Google Shape;437;p26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9" name="Google Shape;439;p26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" name="Google Shape;440;p26"/>
            <p:cNvSpPr/>
            <p:nvPr/>
          </p:nvSpPr>
          <p:spPr>
            <a:xfrm>
              <a:off x="7540474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8009987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8479499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3" name="Google Shape;443;p26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rect b="b" l="l" r="r" t="t"/>
                <a:pathLst>
                  <a:path extrusionOk="0" h="1343" w="21415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rect b="b" l="l" r="r" t="t"/>
                <a:pathLst>
                  <a:path extrusionOk="0" h="1367" w="16611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6" name="Google Shape;446;p26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47" name="Google Shape;447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202911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129912" y="3708819"/>
              <a:ext cx="120228" cy="373356"/>
            </a:xfrm>
            <a:custGeom>
              <a:rect b="b" l="l" r="r" t="t"/>
              <a:pathLst>
                <a:path extrusionOk="0" h="4269" w="1367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806080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806080" y="4150392"/>
              <a:ext cx="767979" cy="684792"/>
            </a:xfrm>
            <a:custGeom>
              <a:rect b="b" l="l" r="r" t="t"/>
              <a:pathLst>
                <a:path extrusionOk="0" h="7830" w="8732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505371" y="4248519"/>
              <a:ext cx="34388" cy="266658"/>
            </a:xfrm>
            <a:custGeom>
              <a:rect b="b" l="l" r="r" t="t"/>
              <a:pathLst>
                <a:path extrusionOk="0" h="3049" w="391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202911" y="3533904"/>
              <a:ext cx="371149" cy="633630"/>
            </a:xfrm>
            <a:custGeom>
              <a:rect b="b" l="l" r="r" t="t"/>
              <a:pathLst>
                <a:path extrusionOk="0" h="7245" w="422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29471" y="4150392"/>
              <a:ext cx="246788" cy="667738"/>
            </a:xfrm>
            <a:custGeom>
              <a:rect b="b" l="l" r="r" t="t"/>
              <a:pathLst>
                <a:path extrusionOk="0" h="7635" w="2806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138531" y="3728060"/>
              <a:ext cx="111609" cy="373356"/>
            </a:xfrm>
            <a:custGeom>
              <a:rect b="b" l="l" r="r" t="t"/>
              <a:pathLst>
                <a:path extrusionOk="0" h="4269" w="1269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Какую проблему решает?</a:t>
            </a:r>
            <a:endParaRPr/>
          </a:p>
        </p:txBody>
      </p:sp>
      <p:graphicFrame>
        <p:nvGraphicFramePr>
          <p:cNvPr id="462" name="Google Shape;462;p27"/>
          <p:cNvGraphicFramePr/>
          <p:nvPr/>
        </p:nvGraphicFramePr>
        <p:xfrm>
          <a:off x="1926363" y="1921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{B2FBCF9F-2B0B-4D4E-AC7C-5FA296EBBDEE}</a:tableStyleId>
              </a:tblPr>
              <a:tblGrid>
                <a:gridCol w="2632200"/>
                <a:gridCol w="2659175"/>
              </a:tblGrid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Доступность файлов только на одном устройстве</a:t>
                      </a:r>
                      <a:endParaRPr b="1"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Потеря данных при поломке устройства </a:t>
                      </a:r>
                      <a:endParaRPr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Сложность обмениваться файлами </a:t>
                      </a:r>
                      <a:endParaRPr b="1"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Проблемы с передачей больших файлов </a:t>
                      </a:r>
                      <a:endParaRPr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3" name="Google Shape;463;p27"/>
          <p:cNvSpPr/>
          <p:nvPr/>
        </p:nvSpPr>
        <p:spPr>
          <a:xfrm>
            <a:off x="947450" y="1565988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715110" y="1417336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"/>
          <p:cNvSpPr/>
          <p:nvPr/>
        </p:nvSpPr>
        <p:spPr>
          <a:xfrm>
            <a:off x="7971698" y="151802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8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471" name="Google Shape;471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3" name="Google Shape;473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4" name="Google Shape;474;p28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475" name="Google Shape;475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7" name="Google Shape;477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8" name="Google Shape;478;p28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79" name="Google Shape;479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1" name="Google Shape;481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2" name="Google Shape;482;p28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83" name="Google Shape;483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5" name="Google Shape;485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6" name="Google Shape;486;p28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TypeScript</a:t>
            </a:r>
            <a:endParaRPr/>
          </a:p>
        </p:txBody>
      </p:sp>
      <p:sp>
        <p:nvSpPr>
          <p:cNvPr id="487" name="Google Shape;487;p28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Nodejs</a:t>
            </a:r>
            <a:endParaRPr/>
          </a:p>
        </p:txBody>
      </p:sp>
      <p:sp>
        <p:nvSpPr>
          <p:cNvPr id="488" name="Google Shape;488;p28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489" name="Google Shape;489;p28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типизацию и безопасность кода</a:t>
            </a:r>
            <a:endParaRPr/>
          </a:p>
        </p:txBody>
      </p:sp>
      <p:sp>
        <p:nvSpPr>
          <p:cNvPr id="490" name="Google Shape;490;p28"/>
          <p:cNvSpPr txBox="1"/>
          <p:nvPr>
            <p:ph idx="7" type="subTitle"/>
          </p:nvPr>
        </p:nvSpPr>
        <p:spPr>
          <a:xfrm>
            <a:off x="5944825" y="2250888"/>
            <a:ext cx="2638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библиотека интерактивных пользовательских интерфейсов </a:t>
            </a:r>
            <a:endParaRPr/>
          </a:p>
        </p:txBody>
      </p:sp>
      <p:sp>
        <p:nvSpPr>
          <p:cNvPr id="491" name="Google Shape;491;p28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бекенд</a:t>
            </a:r>
            <a:endParaRPr/>
          </a:p>
        </p:txBody>
      </p:sp>
      <p:sp>
        <p:nvSpPr>
          <p:cNvPr id="492" name="Google Shape;492;p28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Стек проекта</a:t>
            </a:r>
            <a:endParaRPr/>
          </a:p>
        </p:txBody>
      </p:sp>
      <p:sp>
        <p:nvSpPr>
          <p:cNvPr id="493" name="Google Shape;493;p28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</a:t>
            </a:r>
            <a:endParaRPr/>
          </a:p>
        </p:txBody>
      </p:sp>
      <p:sp>
        <p:nvSpPr>
          <p:cNvPr id="494" name="Google Shape;494;p28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7971738" y="1225982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/>
          <p:cNvSpPr/>
          <p:nvPr/>
        </p:nvSpPr>
        <p:spPr>
          <a:xfrm>
            <a:off x="7739398" y="1077330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715100" y="912725"/>
            <a:ext cx="457208" cy="164598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p28" title="icons8-typescript-9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875" y="1910525"/>
            <a:ext cx="883550" cy="8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8" title="icons8-react-native-1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7425" y="1910525"/>
            <a:ext cx="883550" cy="8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8" title="Node.j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875" y="3497025"/>
            <a:ext cx="883549" cy="88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8" title="PostgresSQ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9563" y="3469175"/>
            <a:ext cx="939273" cy="9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диаграмма</a:t>
            </a:r>
            <a:endParaRPr/>
          </a:p>
        </p:txBody>
      </p:sp>
      <p:grpSp>
        <p:nvGrpSpPr>
          <p:cNvPr id="507" name="Google Shape;507;p29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508" name="Google Shape;508;p29"/>
            <p:cNvSpPr/>
            <p:nvPr/>
          </p:nvSpPr>
          <p:spPr>
            <a:xfrm>
              <a:off x="7746275" y="1562537"/>
              <a:ext cx="457208" cy="164590"/>
            </a:xfrm>
            <a:custGeom>
              <a:rect b="b" l="l" r="r" t="t"/>
              <a:pathLst>
                <a:path extrusionOk="0" h="3025" w="7903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7971707" y="1413898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29"/>
          <p:cNvSpPr/>
          <p:nvPr/>
        </p:nvSpPr>
        <p:spPr>
          <a:xfrm>
            <a:off x="715075" y="10446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29"/>
          <p:cNvGrpSpPr/>
          <p:nvPr/>
        </p:nvGrpSpPr>
        <p:grpSpPr>
          <a:xfrm>
            <a:off x="7662880" y="1417337"/>
            <a:ext cx="1827475" cy="1051350"/>
            <a:chOff x="136938" y="3645137"/>
            <a:chExt cx="1827475" cy="1051350"/>
          </a:xfrm>
        </p:grpSpPr>
        <p:grpSp>
          <p:nvGrpSpPr>
            <p:cNvPr id="512" name="Google Shape;512;p29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513" name="Google Shape;513;p29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4" name="Google Shape;514;p29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15" name="Google Shape;515;p29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16" name="Google Shape;516;p29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17" name="Google Shape;517;p29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518" name="Google Shape;518;p29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rect b="b" l="l" r="r" t="t"/>
                <a:pathLst>
                  <a:path extrusionOk="0" h="1513" w="17343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rect b="b" l="l" r="r" t="t"/>
                <a:pathLst>
                  <a:path extrusionOk="0" h="6178" w="17534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rect b="b" l="l" r="r" t="t"/>
                <a:pathLst>
                  <a:path extrusionOk="0" h="4222" w="4757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rect b="b" l="l" r="r" t="t"/>
                <a:pathLst>
                  <a:path extrusionOk="0" h="6540" w="10367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rect b="b" l="l" r="r" t="t"/>
                <a:pathLst>
                  <a:path extrusionOk="0" h="6538" w="5001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23" name="Google Shape;523;p29" title="zxc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826" y="1370000"/>
            <a:ext cx="5806489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проекта</a:t>
            </a:r>
            <a:endParaRPr/>
          </a:p>
        </p:txBody>
      </p:sp>
      <p:grpSp>
        <p:nvGrpSpPr>
          <p:cNvPr id="529" name="Google Shape;529;p30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530" name="Google Shape;530;p30"/>
            <p:cNvSpPr/>
            <p:nvPr/>
          </p:nvSpPr>
          <p:spPr>
            <a:xfrm>
              <a:off x="7746275" y="1562537"/>
              <a:ext cx="457208" cy="164590"/>
            </a:xfrm>
            <a:custGeom>
              <a:rect b="b" l="l" r="r" t="t"/>
              <a:pathLst>
                <a:path extrusionOk="0" h="3025" w="7903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7971707" y="1413898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30"/>
          <p:cNvSpPr/>
          <p:nvPr/>
        </p:nvSpPr>
        <p:spPr>
          <a:xfrm>
            <a:off x="715075" y="10446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30"/>
          <p:cNvGrpSpPr/>
          <p:nvPr/>
        </p:nvGrpSpPr>
        <p:grpSpPr>
          <a:xfrm>
            <a:off x="7890002" y="1417335"/>
            <a:ext cx="1360738" cy="782835"/>
            <a:chOff x="136938" y="3645137"/>
            <a:chExt cx="1827475" cy="1051350"/>
          </a:xfrm>
        </p:grpSpPr>
        <p:grpSp>
          <p:nvGrpSpPr>
            <p:cNvPr id="534" name="Google Shape;534;p30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535" name="Google Shape;535;p30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6" name="Google Shape;536;p30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37" name="Google Shape;537;p30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050" lIns="68050" spcFirstLastPara="1" rIns="68050" wrap="square" tIns="680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38" name="Google Shape;538;p30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12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39" name="Google Shape;539;p30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540" name="Google Shape;540;p30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rect b="b" l="l" r="r" t="t"/>
                <a:pathLst>
                  <a:path extrusionOk="0" h="1513" w="17343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0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rect b="b" l="l" r="r" t="t"/>
                <a:pathLst>
                  <a:path extrusionOk="0" h="6178" w="17534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0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rect b="b" l="l" r="r" t="t"/>
                <a:pathLst>
                  <a:path extrusionOk="0" h="4222" w="4757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30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rect b="b" l="l" r="r" t="t"/>
                <a:pathLst>
                  <a:path extrusionOk="0" h="6540" w="10367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rect b="b" l="l" r="r" t="t"/>
                <a:pathLst>
                  <a:path extrusionOk="0" h="6538" w="5001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45" name="Google Shape;5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700" y="1383700"/>
            <a:ext cx="5992599" cy="33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1"/>
          <p:cNvSpPr txBox="1"/>
          <p:nvPr>
            <p:ph type="title"/>
          </p:nvPr>
        </p:nvSpPr>
        <p:spPr>
          <a:xfrm>
            <a:off x="393225" y="731488"/>
            <a:ext cx="2984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Дизайн</a:t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395160" y="1276613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393225" y="1382450"/>
            <a:ext cx="19830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Главный экран 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53" name="Google Shape;5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25" y="1441188"/>
            <a:ext cx="5962277" cy="2996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 txBox="1"/>
          <p:nvPr>
            <p:ph type="title"/>
          </p:nvPr>
        </p:nvSpPr>
        <p:spPr>
          <a:xfrm>
            <a:off x="393225" y="731488"/>
            <a:ext cx="2984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Дизайн</a:t>
            </a:r>
            <a:endParaRPr/>
          </a:p>
        </p:txBody>
      </p:sp>
      <p:sp>
        <p:nvSpPr>
          <p:cNvPr id="559" name="Google Shape;559;p32"/>
          <p:cNvSpPr/>
          <p:nvPr/>
        </p:nvSpPr>
        <p:spPr>
          <a:xfrm>
            <a:off x="395160" y="1276613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393225" y="1382450"/>
            <a:ext cx="19830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Экран скачивания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61" name="Google Shape;5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26" y="1382450"/>
            <a:ext cx="5882251" cy="29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3"/>
          <p:cNvSpPr txBox="1"/>
          <p:nvPr>
            <p:ph type="title"/>
          </p:nvPr>
        </p:nvSpPr>
        <p:spPr>
          <a:xfrm>
            <a:off x="623275" y="671900"/>
            <a:ext cx="78978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Ссылка на репозиторий GitHub</a:t>
            </a:r>
            <a:endParaRPr/>
          </a:p>
        </p:txBody>
      </p:sp>
      <p:sp>
        <p:nvSpPr>
          <p:cNvPr id="567" name="Google Shape;567;p33"/>
          <p:cNvSpPr/>
          <p:nvPr/>
        </p:nvSpPr>
        <p:spPr>
          <a:xfrm>
            <a:off x="8313020" y="917810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"/>
          <p:cNvSpPr/>
          <p:nvPr/>
        </p:nvSpPr>
        <p:spPr>
          <a:xfrm>
            <a:off x="715100" y="1357700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3"/>
          <p:cNvSpPr txBox="1"/>
          <p:nvPr/>
        </p:nvSpPr>
        <p:spPr>
          <a:xfrm>
            <a:off x="623075" y="4218225"/>
            <a:ext cx="78981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https://github.com/88venom14/client-a-server-f-files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70" name="Google Shape;570;p33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799" y="1357700"/>
            <a:ext cx="2784774" cy="278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Спасибо за внимание</a:t>
            </a:r>
            <a:endParaRPr sz="6700"/>
          </a:p>
        </p:txBody>
      </p:sp>
      <p:grpSp>
        <p:nvGrpSpPr>
          <p:cNvPr id="576" name="Google Shape;576;p34"/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577" name="Google Shape;577;p34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34"/>
          <p:cNvGrpSpPr/>
          <p:nvPr/>
        </p:nvGrpSpPr>
        <p:grpSpPr>
          <a:xfrm>
            <a:off x="274188" y="891658"/>
            <a:ext cx="1827475" cy="1051350"/>
            <a:chOff x="136938" y="1799258"/>
            <a:chExt cx="1827475" cy="1051350"/>
          </a:xfrm>
        </p:grpSpPr>
        <p:grpSp>
          <p:nvGrpSpPr>
            <p:cNvPr id="580" name="Google Shape;580;p34"/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581" name="Google Shape;581;p34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2" name="Google Shape;582;p34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83" name="Google Shape;583;p34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84" name="Google Shape;584;p34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85" name="Google Shape;585;p34"/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586" name="Google Shape;586;p34"/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rect b="b" l="l" r="r" t="t"/>
                <a:pathLst>
                  <a:path extrusionOk="0" h="1611" w="25415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7" name="Google Shape;587;p34"/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588" name="Google Shape;588;p34"/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rect b="b" l="l" r="r" t="t"/>
                  <a:pathLst>
                    <a:path extrusionOk="0" h="5416" w="15732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34"/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rect b="b" l="l" r="r" t="t"/>
                  <a:pathLst>
                    <a:path extrusionOk="0" h="1221" w="7562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0" name="Google Shape;590;p34"/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rect b="b" l="l" r="r" t="t"/>
                <a:pathLst>
                  <a:path extrusionOk="0" h="1611" w="25415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1" name="Google Shape;591;p34"/>
          <p:cNvSpPr/>
          <p:nvPr/>
        </p:nvSpPr>
        <p:spPr>
          <a:xfrm>
            <a:off x="1646925" y="3966700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4"/>
          <p:cNvSpPr/>
          <p:nvPr/>
        </p:nvSpPr>
        <p:spPr>
          <a:xfrm>
            <a:off x="7031613" y="405820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6799273" y="3909555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34"/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595" name="Google Shape;595;p34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34"/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598" name="Google Shape;598;p34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fmla="val 42536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